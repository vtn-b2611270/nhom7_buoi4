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t.ctu.edu.vn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9966960" cy="10515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3100" b="1" i="0" u="none" dirty="0">
                <a:solidFill>
                  <a:srgbClr val="000000"/>
                </a:solidFill>
                <a:latin typeface="Times New Roman"/>
              </a:rPr>
              <a:t>ĐẠI HỌC CẦN THƠ - QUÁ TRÌNH HÌNH THÀNH VÀ
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73552"/>
            <a:ext cx="5212080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en-US" sz="1800" b="1" i="0" u="none" dirty="0">
                <a:solidFill>
                  <a:srgbClr val="737373"/>
                </a:solidFill>
                <a:latin typeface="Times New Roman"/>
              </a:rPr>
              <a:t>NGUYỄN MINH TRUNG</a:t>
            </a:r>
            <a:endParaRPr sz="1800" b="1" i="0" u="none" dirty="0">
              <a:solidFill>
                <a:srgbClr val="737373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 dirty="0">
                <a:solidFill>
                  <a:srgbClr val="000000"/>
                </a:solidFill>
                <a:latin typeface="Times New Roman"/>
              </a:rPr>
              <a:t>NỘI 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600200"/>
            <a:ext cx="256032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1600200"/>
            <a:ext cx="93268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240280"/>
            <a:ext cx="256032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240280"/>
            <a:ext cx="93268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 i="0" u="none" dirty="0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44752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44752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ĐƯỢC THÀNH LẬP NGÀY 31 THÁNG 03 NĂM 1966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20240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920240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VIỆN ĐẠI HỌC CẦN THƠ CÓ BỐN KHOA: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271576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715768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LUẬT KHOA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072384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072384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HỌC XÃ HỘI, VĂN KHOA, SƯ PHẠM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429000"/>
            <a:ext cx="256032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429000"/>
            <a:ext cx="8650224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CAO ĐẲNG NÔNG NGHIỆP VÀ TRUNG TÂM SINH NGỮ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 i="0" u="none">
                <a:solidFill>
                  <a:srgbClr val="000000"/>
                </a:solidFill>
                <a:latin typeface="Times New Roman"/>
              </a:rPr>
              <a:t>THỜI KỲ VIỆN ĐẠI HỌC CẦN THƠ (1966 - 1975)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92640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CƠ SỞ VẬT CHẤT CỦA VIỆN ĐẠI HỌC CẦN THƠ TỌA LẠC TRÊN 4 ĐỊA ĐIỂM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2194560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2194560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TÒA VIỆN TRƯỞNG (SỐ 5, ĐẠI LỘ HÒA BÌNH)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633472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633472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 (ĐƯỜNG 30/4)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3072384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3072384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II (ĐƯỜNG 3/2)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511296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511296"/>
            <a:ext cx="8650224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KHU III (SỐ 1, LÝ TỰ TRỌNG)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VIỆN ĐẠI HỌC CẦN THƠ ĐƯỢC ĐỔI THÀNH ĐHCT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01952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901952"/>
            <a:ext cx="960120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Times New Roman"/>
              </a:rPr>
              <a:t>CƠ CẤU ĐHCT HIỆN NAY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2257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2257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- VIỆN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268833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68833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TRUNG TÂM - TRUNG TÂM ĐÀO TẠO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305409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05409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PHÒNG BAN CHỨC NĂNG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419856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419856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ĐOÀN THỂ &amp; HỘI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NGÀY 14/1/1998, TRƯỜNG ĐHCT KHÁNH THÀNH KHOA KHOA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CƠ SỞ VẬT CHẤT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06624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706624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12 PHÒNG THÍ NGHIỆM (PTN) CHO SINH, HÓA, VẬT LÝ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05409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054096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06 PHÒNG MÁY TÍNH ĐƯỢC NỐI MẠNG VỚI NHAU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CƠ SỞ VẬT CHẤT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VP KHOA VÀ XƯỞNG 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78608"/>
            <a:ext cx="256032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78608"/>
            <a:ext cx="7754111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NĂM 2010, TRƯỜNG ĐÃ ĐẦU TƯ MỞ RỘNG KHU PTN CỦA KHOA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154680"/>
            <a:ext cx="2560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154680"/>
            <a:ext cx="7754111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XÂY MỚI KHU NHÀ 3 TẦNG VỚI 22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KHOA KHTN HIỆN NAY GỒM 04 BỘ MÔN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SINH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HÓA HỌC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TOÁN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VẬT LÝ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D22828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D22828"/>
                </a:solidFill>
                <a:latin typeface="Times New Roman"/>
              </a:rPr>
              <a:t>KHOA KHOA HỌC 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4708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47088"/>
            <a:ext cx="8650224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ĐÀO TẠO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17627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17627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ĐẠI HỌC: .....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47802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47802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SĐH: ....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2852928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2852928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NCKH, BÁO CÁO CHUYÊN ĐỀ: ....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3255264"/>
            <a:ext cx="2560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3255264"/>
            <a:ext cx="8650224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CÔNG TÁC ĐÀO TẠO VÀ BỒI DƯỠNG CÁN BỘ: .....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2891D2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>
            <a:hlinkClick r:id="rId3"/>
          </p:cNvPr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sng">
                <a:solidFill>
                  <a:srgbClr val="2891D2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47088"/>
            <a:ext cx="256032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47088"/>
            <a:ext cx="8650224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ĐƯỢC THÀNH LẬP NĂM 1994 TRÊN CƠ SỞ TRUNG TÂM ĐIỆN TỬ VÀ TIN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2359152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2359152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Times New Roman"/>
              </a:rPr>
              <a:t>NHIỆM VỤ CỦA KHOA LÀ ĐÀO TẠO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0662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70662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ĐẠI HỌC VÀ SAU ĐẠI HỌC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026664"/>
            <a:ext cx="256032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3026664"/>
            <a:ext cx="7754111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NCKH VÀ CHUYỂN GIAO CÔNG NGHỆ TRONG LĨNH VỰC CNTT&amp;TT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TẦM NHÌN ĐẾN NĂM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ĐƠN VỊ ĐÀO TẠO VÀ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60320"/>
            <a:ext cx="256032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60320"/>
            <a:ext cx="7754111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NGHIÊN CỨU KHOA HỌC VỀ CNTT&amp;TT MẠNH CỦA CẢ NƯỚC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 dirty="0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CÁC BỘ MÔN VÀ TRUNG TÂM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HỆ THỐNG THÔNG 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MẠNG MÁY TÍNH &amp; TRUYỀN THÔNG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CÔNG NGHỆ PHẦN MỀM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KHOA HỌC MÁY TÍNH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932688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500" b="1" i="0" u="none">
                <a:solidFill>
                  <a:srgbClr val="000000"/>
                </a:solidFill>
                <a:latin typeface="Times New Roman"/>
              </a:rPr>
              <a:t>ĐHCT GIAI ĐOẠN 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17320"/>
            <a:ext cx="256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 i="0" u="none">
                <a:solidFill>
                  <a:srgbClr val="0028BE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417320"/>
            <a:ext cx="9601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i="0" u="none">
                <a:solidFill>
                  <a:srgbClr val="0028BE"/>
                </a:solidFill>
                <a:latin typeface="Times New Roman"/>
              </a:rPr>
              <a:t>KHOA CNTT &amp;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1865376"/>
            <a:ext cx="256032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0" i="0" u="none">
                <a:solidFill>
                  <a:srgbClr val="00000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1865376"/>
            <a:ext cx="8650224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Times New Roman"/>
              </a:rPr>
              <a:t>CÁC BỘ MÔN VÀ TRUNG TÂM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212848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7" y="2212848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CÔNG NGHỆ THÔNG 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551176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2551176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BỘ MÔN TIN HỌC ỨNG DỤNG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2889504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2889504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TỔ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27832"/>
            <a:ext cx="256032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7" y="3227832"/>
            <a:ext cx="7754111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Times New Roman"/>
              </a:rPr>
              <a:t>TRUNG TÂM ĐIỆN TỬ &amp; TIN HỌC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155680" y="6016752"/>
            <a:ext cx="457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400" b="0" i="0" u="none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600" b="1" i="0" u="none">
                <a:solidFill>
                  <a:srgbClr val="000000"/>
                </a:solidFill>
                <a:latin typeface="Times New Roman"/>
              </a:rPr>
              <a:t>CẢM ƠN SỰ CHÚ Ý CỦA QUÝ VỊ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71032"/>
            <a:ext cx="429768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Times New Roman"/>
              </a:rPr>
              <a:t>Giới thiệu Đại học Cần Thơ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688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KHTN</vt:lpstr>
      <vt:lpstr>CNTT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VTN</cp:lastModifiedBy>
  <cp:revision>4</cp:revision>
  <dcterms:created xsi:type="dcterms:W3CDTF">2013-01-27T09:14:16Z</dcterms:created>
  <dcterms:modified xsi:type="dcterms:W3CDTF">2026-10-09T02:55:13Z</dcterms:modified>
  <cp:category/>
</cp:coreProperties>
</file>