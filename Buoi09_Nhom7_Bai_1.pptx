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02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97490-3B26-4D1B-9CA0-5C54768D919C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003055-0223-4465-A437-4BD3A13C6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754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844D7-5A0D-4296-2988-E08E81E6C6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000" b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397378-C10E-64C3-88B9-7F2D81AE2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AF34E-7FA5-C4EA-D4BE-F11E1D3C3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B3F2-E43B-4C58-9C5B-6FAFA758D864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25CB9-E11E-0B85-7793-28C0A054D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3CBA0-4315-CF5B-348D-55D2F305E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B9E5-8C94-42B7-868C-6887F4D49D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02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7AAEF-7286-8A13-EE1B-5A2C0B756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B9020-64A7-F651-EF8F-0E3F2A161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69017-D25F-73F0-B295-ECFAD6213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8CA55-8BDA-494C-A5A2-5818BC9E8970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4E478-164D-996F-4B77-F295B2598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D08AD-78F2-13F6-7B46-C71E17DF8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F40EB9E5-8C94-42B7-868C-6887F4D49D18}" type="slidenum">
              <a:rPr lang="en-US" smtClean="0"/>
              <a:pPr/>
              <a:t>‹#›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03975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E08F3-D164-704B-758D-FFB534776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3015D-5CD2-E40F-0443-22B02102C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9A3CF-3FC4-0528-D95A-8B36C0D81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D63BE-B6E0-4FF0-9BAF-E7DF512D6BB0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6049C-5EA8-5F09-4455-379789741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EED13-D1CF-6CAB-B82E-AC8EB07B4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B9E5-8C94-42B7-868C-6887F4D49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3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D9CD6-2886-A31D-CD29-166B80B2B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AE056-4173-07EF-78E1-1322B92844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625C8C-8ACA-84B4-EEAB-B402FFD80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FCCE04-E0BF-A9CA-41F5-EB478CD0D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3261C-0E8E-4E23-8B71-1D5EFCCC20C3}" type="datetime1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F6EFB1-CF41-2AB9-82C8-E15218B25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1C138F-0412-9BE0-4436-4D5B31429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B9E5-8C94-42B7-868C-6887F4D49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79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3B92D-FF85-43BB-F42C-159F1C986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B189A-F64D-45C7-A453-0B49C1550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E80572-3805-6301-F811-D32C6029C8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0D4E87-721C-9CA4-3FD5-5E22FBB03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8F3B0-3333-4659-FD79-A4858E383E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54F7B7-4F64-BE17-8774-40CFB1979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1037-0897-4DBC-83A9-7561E2D6B9DF}" type="datetime1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ECD3C4-0072-5EF4-9CB5-44E8CA22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8C05AA-A456-FBEC-F6E0-AACCF6444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B9E5-8C94-42B7-868C-6887F4D49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163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F293D-5732-9327-9116-6CA79C53B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43AADA-FE9E-DC47-6183-33072DC47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EADCE-243C-460D-BB26-F680DCEEB8D1}" type="datetime1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85C3C0-3E51-491D-76EF-E5CCDC404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34114-7ED1-83BE-1048-0DBB18FC3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B9E5-8C94-42B7-868C-6887F4D49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711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427B9-E8F8-EC79-A9A6-BA56A9F83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F15DF-63CC-4139-BC5E-5A7810DD83A5}" type="datetime1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5910A6-3767-6018-FA37-3F557A914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A2982-A2DE-2E73-EE1A-994BD6931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B9E5-8C94-42B7-868C-6887F4D49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49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F43E1-26C9-7DF0-DEDC-3B9871F2D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5ABCA-DD49-16DF-70D9-7758D019E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8D0DFC-15EE-7F6A-ED77-BEA53252B4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42E3DB-08CB-9A2C-64B2-7E7DC6AA3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66162-53E9-444A-B61E-5E30BF4DEACA}" type="datetime1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B42857-DC66-E455-A1EC-9A18991E3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64DBEB-6378-A292-B604-0D23DA844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B9E5-8C94-42B7-868C-6887F4D49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548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85597-7B1E-23D2-7BFE-146CF2F93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55BE3A-E9AE-D4A0-BB55-40C14024D4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BE0127-ED4A-37E4-CBD3-EA4F10965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76D98-080B-9384-9B60-2365C9FFD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49449-794B-4CD8-B3B7-3E134E675823}" type="datetime1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E0CE69-598D-A2CA-EE4E-FE423CB25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40FE2E-4AF0-E1C3-2921-F95CBEDC6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B9E5-8C94-42B7-868C-6887F4D49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703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EAA94-530D-6BE9-0022-68284BD9F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54475E-D2A5-985B-0308-B448C56454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0FC56-6083-A368-E547-C650F4C1B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DBCB6-8DCB-4071-8A95-8376D161F575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8600D-C3E9-2C72-1372-1C5F7CA70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F5BDD-F556-C689-270D-F96ECB6BF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B9E5-8C94-42B7-868C-6887F4D49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027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36F44F-C4E9-8BAE-A6BA-E35B7B8249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4F6024-F10E-8F6A-E0EB-3250F2D18B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AC051-59C3-99AA-13EA-B627A1263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82972-BB06-426A-AE7A-00626C650202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B5F5C-6879-BFE0-3476-98B37DE0D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E9260-74D3-EC20-F0C5-9A5DC4993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B9E5-8C94-42B7-868C-6887F4D49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198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1.pn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1B2F2D-EFCC-AD26-0639-45CF2BD2E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CF4539-943C-1F71-55DA-626D5A215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209DD-7501-6ED2-7FA2-C2F5C27761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1DC218-8B30-4007-9FF6-2BD55D8D7917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AC64E-05AB-12D8-E45F-8B1B04391C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91820-EA0E-48A8-C08A-C7E4D897B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EB9E5-8C94-42B7-868C-6887F4D49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520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996633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+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−"/>
        <a:defRPr sz="2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ü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7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8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3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4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C4FB6-8E64-4333-029E-52F116A062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BỐ CỤC MỘT BÀI THUYẾT TRÌNH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1D310-8C00-2B75-FCA8-0B2E070CCD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ThS</a:t>
            </a:r>
            <a:r>
              <a:rPr lang="en-US" dirty="0"/>
              <a:t>. </a:t>
            </a:r>
            <a:r>
              <a:rPr lang="en-US" dirty="0" err="1"/>
              <a:t>Họ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Tên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099D15-D6DD-ACA9-7FA2-EA455490ABF7}"/>
              </a:ext>
            </a:extLst>
          </p:cNvPr>
          <p:cNvSpPr txBox="1"/>
          <p:nvPr/>
        </p:nvSpPr>
        <p:spPr>
          <a:xfrm>
            <a:off x="6526891" y="5735637"/>
            <a:ext cx="4846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Trích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Tủ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Khoa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VLOS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70CFCD-C0BA-40F3-8ECF-D02B13457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B9E5-8C94-42B7-868C-6887F4D49D18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844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4A3C8-DD0E-8BA6-8955-FFE31B920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GIỚI THIỆU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A1D1F-78EE-E6E8-AC69-E59CC0948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đầu</a:t>
            </a:r>
            <a:endParaRPr lang="en-US" dirty="0"/>
          </a:p>
          <a:p>
            <a:pPr lvl="1">
              <a:buFont typeface="Times New Roman" panose="02020603050405020304" pitchFamily="18" charset="0"/>
              <a:buChar char="−"/>
            </a:pP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đích</a:t>
            </a:r>
            <a:endParaRPr lang="en-US" dirty="0"/>
          </a:p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chính</a:t>
            </a:r>
            <a:endParaRPr lang="en-US" dirty="0"/>
          </a:p>
          <a:p>
            <a:pPr lvl="1">
              <a:buFont typeface="Times New Roman" panose="02020603050405020304" pitchFamily="18" charset="0"/>
              <a:buChar char="−"/>
            </a:pP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, ý </a:t>
            </a:r>
            <a:r>
              <a:rPr lang="en-US" dirty="0" err="1"/>
              <a:t>kiến</a:t>
            </a:r>
            <a:endParaRPr lang="en-US" dirty="0"/>
          </a:p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kết</a:t>
            </a:r>
            <a:endParaRPr lang="en-US" dirty="0"/>
          </a:p>
          <a:p>
            <a:pPr lvl="1">
              <a:buFont typeface="Times New Roman" panose="02020603050405020304" pitchFamily="18" charset="0"/>
              <a:buChar char="−"/>
            </a:pPr>
            <a:r>
              <a:rPr lang="en-US" dirty="0"/>
              <a:t> </a:t>
            </a:r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9F0D9D-9BD4-192D-6CF5-45790DD72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B9E5-8C94-42B7-868C-6887F4D49D1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1833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565D9-DEE0-3B4E-37F7-519C4FFA4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đầu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9293F-8887-EDB2-05A7-4513F7DE9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Thu </a:t>
            </a:r>
            <a:r>
              <a:rPr lang="en-US" dirty="0" err="1"/>
              <a:t>hút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chú</a:t>
            </a:r>
            <a:r>
              <a:rPr lang="en-US" dirty="0"/>
              <a:t> ý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nghe</a:t>
            </a:r>
            <a:endParaRPr lang="en-US" dirty="0"/>
          </a:p>
          <a:p>
            <a:pPr lvl="1">
              <a:buFont typeface="Times New Roman" panose="02020603050405020304" pitchFamily="18" charset="0"/>
              <a:buChar char="−"/>
            </a:pP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Sử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dụng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một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đoạn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trích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dẫn</a:t>
            </a:r>
            <a:endParaRPr lang="en-US" dirty="0"/>
          </a:p>
          <a:p>
            <a:pPr lvl="1">
              <a:buFont typeface="Times New Roman" panose="02020603050405020304" pitchFamily="18" charset="0"/>
              <a:buChar char="−"/>
            </a:pP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hỏi</a:t>
            </a:r>
            <a:endParaRPr lang="en-US" dirty="0"/>
          </a:p>
          <a:p>
            <a:pPr lvl="1">
              <a:buFont typeface="Times New Roman" panose="02020603050405020304" pitchFamily="18" charset="0"/>
              <a:buChar char="−"/>
            </a:pP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hứa</a:t>
            </a:r>
            <a:endParaRPr lang="en-US" dirty="0"/>
          </a:p>
          <a:p>
            <a:pPr lvl="1">
              <a:buFont typeface="Times New Roman" panose="02020603050405020304" pitchFamily="18" charset="0"/>
              <a:buChar char="−"/>
            </a:pPr>
            <a:r>
              <a:rPr lang="en-US" dirty="0"/>
              <a:t> </a:t>
            </a:r>
            <a:r>
              <a:rPr lang="en-US" dirty="0" err="1"/>
              <a:t>Thậm</a:t>
            </a:r>
            <a:r>
              <a:rPr lang="en-US" dirty="0"/>
              <a:t> </a:t>
            </a:r>
            <a:r>
              <a:rPr lang="en-US" dirty="0" err="1"/>
              <a:t>chí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endParaRPr lang="en-US" dirty="0"/>
          </a:p>
          <a:p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lược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endParaRPr lang="en-US" dirty="0"/>
          </a:p>
          <a:p>
            <a:pPr lvl="1">
              <a:buFont typeface="Times New Roman" panose="02020603050405020304" pitchFamily="18" charset="0"/>
              <a:buChar char="−"/>
            </a:pP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endParaRPr lang="en-US" dirty="0"/>
          </a:p>
          <a:p>
            <a:pPr lvl="1">
              <a:buFont typeface="Times New Roman" panose="02020603050405020304" pitchFamily="18" charset="0"/>
              <a:buChar char="−"/>
            </a:pP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nghe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rõ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2DEECE-0840-FFF7-617F-47CC8AAF0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B9E5-8C94-42B7-868C-6887F4D49D1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950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A1622-94B4-DC4A-9B76-7E9F8FFB7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chính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9B4B9-13DA-3DD9-70EB-65E1BD830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</a:p>
          <a:p>
            <a:pPr>
              <a:buFont typeface="Times New Roman" panose="02020603050405020304" pitchFamily="18" charset="0"/>
              <a:buChar char="−"/>
            </a:pP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,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endParaRPr lang="en-US" dirty="0"/>
          </a:p>
          <a:p>
            <a:pPr>
              <a:buFont typeface="Times New Roman" panose="02020603050405020304" pitchFamily="18" charset="0"/>
              <a:buChar char="−"/>
            </a:pPr>
            <a:r>
              <a:rPr lang="en-US" dirty="0"/>
              <a:t> Ý </a:t>
            </a:r>
            <a:r>
              <a:rPr lang="en-US" dirty="0" err="1"/>
              <a:t>tưởng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US" dirty="0"/>
          </a:p>
          <a:p>
            <a:pPr>
              <a:buFont typeface="Times New Roman" panose="02020603050405020304" pitchFamily="18" charset="0"/>
              <a:buChar char="−"/>
            </a:pPr>
            <a:r>
              <a:rPr lang="en-US" dirty="0">
                <a:hlinkClick r:id="rId2" action="ppaction://hlinksldjump"/>
              </a:rPr>
              <a:t> Cung </a:t>
            </a:r>
            <a:r>
              <a:rPr lang="en-US" dirty="0" err="1">
                <a:hlinkClick r:id="rId2" action="ppaction://hlinksldjump"/>
              </a:rPr>
              <a:t>cấp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ví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dụ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để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chứng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minh</a:t>
            </a:r>
            <a:endParaRPr lang="en-US" dirty="0"/>
          </a:p>
          <a:p>
            <a:pPr>
              <a:buFont typeface="Times New Roman" panose="02020603050405020304" pitchFamily="18" charset="0"/>
              <a:buChar char="−"/>
            </a:pPr>
            <a:r>
              <a:rPr lang="en-US" dirty="0"/>
              <a:t> Lợi </a:t>
            </a:r>
            <a:r>
              <a:rPr lang="en-US" dirty="0" err="1"/>
              <a:t>ích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US" dirty="0"/>
          </a:p>
          <a:p>
            <a:pPr>
              <a:buFont typeface="Times New Roman" panose="02020603050405020304" pitchFamily="18" charset="0"/>
              <a:buChar char="−"/>
            </a:pP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/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thể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B066F-4263-CA4A-A669-AAE276C60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B9E5-8C94-42B7-868C-6887F4D49D1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0231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0F983-5781-0D01-DABF-D13AA68D1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kết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225B8-8332-D9B8-2360-330C6BA2E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tắt</a:t>
            </a:r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cùng</a:t>
            </a:r>
            <a:endParaRPr lang="en-US" dirty="0"/>
          </a:p>
          <a:p>
            <a:pPr lvl="1">
              <a:buFont typeface="Times New Roman" panose="02020603050405020304" pitchFamily="18" charset="0"/>
              <a:buChar char="−"/>
            </a:pPr>
            <a:r>
              <a:rPr lang="en-US" dirty="0"/>
              <a:t> Liệu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nghe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61824C-50BE-23B1-70EC-73C781D9C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B9E5-8C94-42B7-868C-6887F4D49D1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798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F6523CC-AEC9-D161-4B08-18D654FF0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685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 err="1"/>
              <a:t>Cảm</a:t>
            </a:r>
            <a:r>
              <a:rPr lang="en-US" b="1" dirty="0"/>
              <a:t> </a:t>
            </a:r>
            <a:r>
              <a:rPr lang="en-US" b="1" dirty="0" err="1"/>
              <a:t>ơn</a:t>
            </a:r>
            <a:r>
              <a:rPr lang="en-US" b="1" dirty="0"/>
              <a:t> </a:t>
            </a:r>
            <a:r>
              <a:rPr lang="en-US" b="1" dirty="0" err="1"/>
              <a:t>sự</a:t>
            </a:r>
            <a:r>
              <a:rPr lang="en-US" b="1" dirty="0"/>
              <a:t> </a:t>
            </a:r>
            <a:r>
              <a:rPr lang="en-US" b="1" dirty="0" err="1"/>
              <a:t>chú</a:t>
            </a:r>
            <a:r>
              <a:rPr lang="en-US" b="1" dirty="0"/>
              <a:t> ý </a:t>
            </a:r>
            <a:r>
              <a:rPr lang="en-US" b="1" dirty="0" err="1"/>
              <a:t>của</a:t>
            </a:r>
            <a:r>
              <a:rPr lang="en-US" b="1" dirty="0"/>
              <a:t> </a:t>
            </a:r>
            <a:r>
              <a:rPr lang="en-US" b="1" dirty="0" err="1"/>
              <a:t>quý</a:t>
            </a:r>
            <a:r>
              <a:rPr lang="en-US" b="1" dirty="0"/>
              <a:t> </a:t>
            </a:r>
            <a:r>
              <a:rPr lang="en-US" b="1" dirty="0" err="1"/>
              <a:t>vị</a:t>
            </a:r>
            <a:endParaRPr lang="en-US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963FD6-DCFB-945A-BE89-69D29C47A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B9E5-8C94-42B7-868C-6887F4D49D18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355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6B20B-13DF-CB68-33B1-525556B0E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36705" cy="1325563"/>
          </a:xfrm>
        </p:spPr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trích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D72A3-A1BF-7B60-DA3C-D74E10C74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6704" cy="4351338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Ta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trích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lợi</a:t>
            </a:r>
            <a:r>
              <a:rPr lang="en-US" dirty="0"/>
              <a:t> </a:t>
            </a:r>
            <a:r>
              <a:rPr lang="en-US" dirty="0" err="1"/>
              <a:t>ích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ngành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vi-VN" dirty="0"/>
              <a:t>“Hàng năm, công nghệ mới luôn được phát triển và thể</a:t>
            </a:r>
            <a:r>
              <a:rPr lang="en-US" dirty="0"/>
              <a:t> </a:t>
            </a:r>
            <a:r>
              <a:rPr lang="vi-VN" dirty="0"/>
              <a:t>hiện tầm quan trọng của nó đối với cuộc sống. Các doanh</a:t>
            </a:r>
            <a:r>
              <a:rPr lang="en-US" dirty="0"/>
              <a:t> </a:t>
            </a:r>
            <a:r>
              <a:rPr lang="vi-VN" dirty="0"/>
              <a:t>nghiệp cũng thay đồi theo hướng cập nhật công nghệ thông</a:t>
            </a:r>
            <a:r>
              <a:rPr lang="en-US" dirty="0"/>
              <a:t> </a:t>
            </a:r>
            <a:r>
              <a:rPr lang="vi-VN" dirty="0"/>
              <a:t>tin và yêu cầu sự thay đổi về nhân sự giỏi công nghệ. Ngành</a:t>
            </a:r>
            <a:r>
              <a:rPr lang="en-US" dirty="0"/>
              <a:t> </a:t>
            </a:r>
            <a:r>
              <a:rPr lang="vi-VN" dirty="0"/>
              <a:t>học CNTT được coi là lĩnh vực ngày một phát triển và trở</a:t>
            </a:r>
            <a:r>
              <a:rPr lang="en-US" dirty="0"/>
              <a:t> </a:t>
            </a:r>
            <a:r>
              <a:rPr lang="vi-VN" dirty="0"/>
              <a:t>nên hữu ích cho các bạn muốn xây dựng sự nghiệp với ngành</a:t>
            </a:r>
            <a:r>
              <a:rPr lang="en-US" dirty="0"/>
              <a:t> </a:t>
            </a:r>
            <a:r>
              <a:rPr lang="vi-VN" dirty="0"/>
              <a:t>này. Vậy những lợi ích khi học ngành CNTT là gì?”</a:t>
            </a:r>
            <a:endParaRPr lang="en-US" dirty="0"/>
          </a:p>
        </p:txBody>
      </p:sp>
      <p:sp>
        <p:nvSpPr>
          <p:cNvPr id="4" name="Action Button: Return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6E012664-BC13-1E6C-0D58-3009018A487A}"/>
              </a:ext>
            </a:extLst>
          </p:cNvPr>
          <p:cNvSpPr/>
          <p:nvPr/>
        </p:nvSpPr>
        <p:spPr>
          <a:xfrm>
            <a:off x="5760720" y="5998464"/>
            <a:ext cx="1078992" cy="603504"/>
          </a:xfrm>
          <a:prstGeom prst="actionButtonRetur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300132-0693-C325-1BDB-F80254F29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B9E5-8C94-42B7-868C-6887F4D49D1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383961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D034F-BA51-276C-D022-8697ADD10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minh</a:t>
            </a:r>
            <a:r>
              <a:rPr lang="en-US" dirty="0"/>
              <a:t> </a:t>
            </a:r>
            <a:r>
              <a:rPr lang="en-US" dirty="0" err="1"/>
              <a:t>chứng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CAB42-AEA3-4C86-789D-6ADEAEE4A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tuyển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2020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922EC75-ECF3-3398-F605-C85BA0FB6C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112419"/>
              </p:ext>
            </p:extLst>
          </p:nvPr>
        </p:nvGraphicFramePr>
        <p:xfrm>
          <a:off x="1518653" y="2603500"/>
          <a:ext cx="7994968" cy="3977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5803">
                  <a:extLst>
                    <a:ext uri="{9D8B030D-6E8A-4147-A177-3AD203B41FA5}">
                      <a16:colId xmlns:a16="http://schemas.microsoft.com/office/drawing/2014/main" val="541854138"/>
                    </a:ext>
                  </a:extLst>
                </a:gridCol>
                <a:gridCol w="3579165">
                  <a:extLst>
                    <a:ext uri="{9D8B030D-6E8A-4147-A177-3AD203B41FA5}">
                      <a16:colId xmlns:a16="http://schemas.microsoft.com/office/drawing/2014/main" val="34894141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Tên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ngành</a:t>
                      </a:r>
                      <a:r>
                        <a:rPr lang="en-US" b="1" dirty="0"/>
                        <a:t>/</a:t>
                      </a:r>
                      <a:r>
                        <a:rPr lang="en-US" b="1" dirty="0" err="1"/>
                        <a:t>chuyên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ngành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 err="1"/>
                        <a:t>Số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lượng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tuyển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sinh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318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Công </a:t>
                      </a:r>
                      <a:r>
                        <a:rPr lang="en-US" b="1" dirty="0" err="1"/>
                        <a:t>nghệ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thông</a:t>
                      </a:r>
                      <a:r>
                        <a:rPr lang="en-US" b="1" dirty="0"/>
                        <a:t> tin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272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536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Công </a:t>
                      </a:r>
                      <a:r>
                        <a:rPr lang="en-US" b="1" dirty="0" err="1"/>
                        <a:t>nghệ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thông</a:t>
                      </a:r>
                      <a:r>
                        <a:rPr lang="en-US" b="1" dirty="0"/>
                        <a:t> tin - CLC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144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431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Công </a:t>
                      </a:r>
                      <a:r>
                        <a:rPr lang="en-US" b="1" dirty="0" err="1"/>
                        <a:t>nghệ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thông</a:t>
                      </a:r>
                      <a:r>
                        <a:rPr lang="en-US" b="1" dirty="0"/>
                        <a:t> tin - 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2859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Mạng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máy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tính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và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truyền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thông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dữ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liệu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149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346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Kỹ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thuật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phần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mềm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266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469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Hệ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thống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thông</a:t>
                      </a:r>
                      <a:r>
                        <a:rPr lang="en-US" b="1" dirty="0"/>
                        <a:t> tin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135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799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Khoa </a:t>
                      </a:r>
                      <a:r>
                        <a:rPr lang="en-US" b="1" dirty="0" err="1"/>
                        <a:t>học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máy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tính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178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815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Tin </a:t>
                      </a:r>
                      <a:r>
                        <a:rPr lang="en-US" b="1" dirty="0" err="1"/>
                        <a:t>học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Ứng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dụng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6695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Tổng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1251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901841"/>
                  </a:ext>
                </a:extLst>
              </a:tr>
            </a:tbl>
          </a:graphicData>
        </a:graphic>
      </p:graphicFrame>
      <p:sp>
        <p:nvSpPr>
          <p:cNvPr id="8" name="Action Button: Return 7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0911AF2F-2AFE-334D-7CCB-027B0FCDCC6F}"/>
              </a:ext>
            </a:extLst>
          </p:cNvPr>
          <p:cNvSpPr/>
          <p:nvPr/>
        </p:nvSpPr>
        <p:spPr>
          <a:xfrm>
            <a:off x="8769096" y="576072"/>
            <a:ext cx="1316736" cy="886968"/>
          </a:xfrm>
          <a:prstGeom prst="actionButtonRetur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80CA2-C93B-A18E-2832-51B7EEC40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B9E5-8C94-42B7-868C-6887F4D49D1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67112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300</Words>
  <Application>Microsoft Office PowerPoint</Application>
  <PresentationFormat>Màn hình rộng</PresentationFormat>
  <Paragraphs>64</Paragraphs>
  <Slides>8</Slides>
  <Notes>0</Notes>
  <HiddenSlides>0</HiddenSlides>
  <MMClips>0</MMClips>
  <ScaleCrop>false</ScaleCrop>
  <HeadingPairs>
    <vt:vector size="4" baseType="variant">
      <vt:variant>
        <vt:lpstr>Chủ đề</vt:lpstr>
      </vt:variant>
      <vt:variant>
        <vt:i4>1</vt:i4>
      </vt:variant>
      <vt:variant>
        <vt:lpstr>Tiêu đề Bản chiếu</vt:lpstr>
      </vt:variant>
      <vt:variant>
        <vt:i4>8</vt:i4>
      </vt:variant>
    </vt:vector>
  </HeadingPairs>
  <TitlesOfParts>
    <vt:vector size="9" baseType="lpstr">
      <vt:lpstr>Office Theme</vt:lpstr>
      <vt:lpstr>BỐ CỤC MỘT BÀI THUYẾT TRÌNH</vt:lpstr>
      <vt:lpstr>GIỚI THIỆU</vt:lpstr>
      <vt:lpstr>Phần mở đầu</vt:lpstr>
      <vt:lpstr>Phần chính</vt:lpstr>
      <vt:lpstr>Phần kết</vt:lpstr>
      <vt:lpstr>Cảm ơn sự chú ý của quý vị</vt:lpstr>
      <vt:lpstr>Ví dụ: sử dụng một đoạn trích dẫn khi giới thiệu</vt:lpstr>
      <vt:lpstr>Ví dụ minh chứng một vấn đề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BỐ CỤC MỘT BÀI THUYẾT TRÌNH</dc:title>
  <dc:creator>thanhthao09012008@gmail.com</dc:creator>
  <cp:lastModifiedBy>thanhthao09012008@gmail.com</cp:lastModifiedBy>
  <cp:revision>9</cp:revision>
  <dcterms:created xsi:type="dcterms:W3CDTF">2026-09-24T13:39:23Z</dcterms:created>
  <dcterms:modified xsi:type="dcterms:W3CDTF">2026-10-09T01:29:52Z</dcterms:modified>
</cp:coreProperties>
</file>